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96EE-1513-6088-4D1F-CFC697FBE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0D0DD-9F58-BDE6-FEBC-8C3121B60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2BA6F-648D-7360-717D-C3873ED13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45ED5-4718-42D4-D189-2BB89582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929C0-96B6-9F1F-5EAE-53F0B10A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3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E3DE-EF86-44E8-EF68-C4479E11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7DA77-9B37-A9AF-36BE-770B0AF32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026E-4117-2F21-70B5-D0E30242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28789-F144-21D0-DE30-579144FE4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AD601-1EA9-B67E-738A-D3140841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7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16E0-E85B-101E-A4A5-876000173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FE6EB-3D53-FED5-8666-23D7F9A69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1B00B-71DF-12BD-8C49-CEDAF660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5FB0-AC22-ACE7-4985-A8EBCF695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792BC-1ED9-2E4D-DC5C-BC87915C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E1CD-1871-F98E-A611-EAEB261F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6A081-5B1B-A45E-328D-3D571E5BB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E9B88-B0BE-C111-9765-2A183EACB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094DA-B1B5-33B6-F230-38CFF690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14CAA-B77B-44EC-531C-623CDB70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C7B44-AD2C-21E3-5901-140F6B8C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E51B-D694-E646-F204-88D56D327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3ECCC-7DD5-23FB-66DB-2581D4598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6B91F-A576-DBB2-0474-EC6F8B4C7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F4CFFA-F847-6A8D-65C4-0250BB684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6BB3C-886E-63D3-D1F6-5CEE4C512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388F6-A506-FA5F-C485-A4599F1E5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4CE1C-7899-5682-94AB-69EA6BD8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C0C22-FF70-7166-AD02-0D087F43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2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4478-B7EE-2812-6919-F82BD3B0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FEFF1-E6E6-51FA-7CEC-A8EE49D46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02F13-4B4E-EF7C-71CB-F7774AA3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06211-2401-99E5-D51B-74D8394C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6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15A68-A6B8-8080-ADAE-84E271FC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5A7D33-EDFC-536A-4FE1-19B959D5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63F8C-8034-40BF-9B69-EB659494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0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D6F5-E75C-597B-EF02-77B6B2D9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45FD4-3618-651E-AA54-D2A657492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D456E-7F1D-7BC3-6598-B804B7F2F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E0958-EC74-F785-3023-CEA66651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4365C-8175-23E9-5F4B-8AFB55FC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0B958-B211-9036-3919-00EA317E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1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1F0C-8826-FEBC-E50B-08AA8171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1D291-B778-890B-25E7-AEC4B184B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EBD92-7804-5AF9-60B4-4651C428E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0DE46-2D53-B18A-AA69-F2516F6D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1803D-F6E2-CE73-6B4B-66E5CB9A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D9945-637E-06DD-0075-54AC9044C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7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03CB-912D-F901-F3D1-C5963D20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3ED09-3CD8-B1AB-07A3-75BD9A8DF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716B1-8951-5332-FF14-1238798A8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FF72-EFBD-468E-6750-9BA68B73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3FEBC-619E-1794-6011-A8EC83EE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9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E9B94-B5C5-A4A3-7E07-9250EEAE1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417B8-A40D-A1D4-C972-BA7B0AC44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1199B-24B0-6927-B0ED-C3967F55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C2B6E-A40C-7D13-313C-C3E84753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63B9C-B4DE-8725-67A2-CC5FB636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5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48CC1C-8BA0-1851-3520-96D09DC9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076EF-3CF6-75CA-3CA7-2A5EB904D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0DAF9-DBC3-B626-E939-C14A3328D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6A328-F7D9-4624-BDD4-DF142DF49062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25B1F-53A2-E626-58F5-B714E78EF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37B5-14DA-2038-50F0-40635774E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0CD6D-D73E-40B5-9A89-8785F395A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1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7336F7B-7038-4227-BCAC-E417CC3F6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708B0A-D88D-CF4B-E845-C9691BEE2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33669"/>
          <a:stretch>
            <a:fillRect/>
          </a:stretch>
        </p:blipFill>
        <p:spPr>
          <a:xfrm>
            <a:off x="196731" y="175147"/>
            <a:ext cx="3792174" cy="31743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594F97-8AC0-70B6-5CC8-43E7C9FFB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" r="-1" b="36764"/>
          <a:stretch>
            <a:fillRect/>
          </a:stretch>
        </p:blipFill>
        <p:spPr>
          <a:xfrm>
            <a:off x="4209091" y="175147"/>
            <a:ext cx="3792174" cy="3174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44792F-32C4-0CD1-24B5-9FA3E2BB4E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52" r="2" b="24493"/>
          <a:stretch>
            <a:fillRect/>
          </a:stretch>
        </p:blipFill>
        <p:spPr>
          <a:xfrm>
            <a:off x="8194217" y="175147"/>
            <a:ext cx="3792174" cy="3174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DE0B15-BEBD-58DE-7D66-9C135B275D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1" r="-1" b="33845"/>
          <a:stretch>
            <a:fillRect/>
          </a:stretch>
        </p:blipFill>
        <p:spPr>
          <a:xfrm>
            <a:off x="191088" y="3508511"/>
            <a:ext cx="3792174" cy="3171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0AE92B-3519-5BC7-D4A4-F4437AE52E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081" r="1" b="30484"/>
          <a:stretch>
            <a:fillRect/>
          </a:stretch>
        </p:blipFill>
        <p:spPr>
          <a:xfrm>
            <a:off x="4203448" y="3508511"/>
            <a:ext cx="3792174" cy="31714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FFAF8E-3AE0-1D60-0D9A-A1B88D77D2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18" r="1" b="33138"/>
          <a:stretch>
            <a:fillRect/>
          </a:stretch>
        </p:blipFill>
        <p:spPr>
          <a:xfrm>
            <a:off x="8188574" y="3508511"/>
            <a:ext cx="3792174" cy="317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38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6E744C-79F0-1FFC-D5FE-11FB33696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130403"/>
            <a:ext cx="3517119" cy="459104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7BE6E1A-A233-F0DC-06E0-710C2ABF1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1152855"/>
            <a:ext cx="3537345" cy="454614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3222683-CBE2-4B53-1F46-45BD1BB67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1150145"/>
            <a:ext cx="3517120" cy="455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78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2026-09-18T15:39:16Z</dcterms:created>
  <dcterms:modified xsi:type="dcterms:W3CDTF">2026-09-18T15:42:08Z</dcterms:modified>
</cp:coreProperties>
</file>